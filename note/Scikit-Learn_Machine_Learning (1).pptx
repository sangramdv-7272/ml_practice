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for Machine 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Python ML Library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Scikit-Learn?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Python library for 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NumPy, SciPy, and Matplotlib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efficient tools for data analysis and predictive modeling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supervised and unsupervised learning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documentation and large community support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beginners and professionals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Setup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via pip: pip install scikit-learn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with conda: conda install scikit-learn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dependencies: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NumPy, SciPy, Matplotlib, Pandas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version: sklearn.__version__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 from sklearn import datasets, model_selection, metrics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 Concepts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(X): Input variables for prediction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(y): Output variable to predict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Data used to train the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Data: Data used to evaluate model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Hyperparameters: Settings that control algorithm behavior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Cross-Validation: Technique to assess model generalization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Learning Problems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Classification: Predicting discrete categories (e.g., spam/not spam)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Regression: Predicting continuous values (e.g., house prices)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Clustering: Grouping similar data 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Dimensionality Reduction: Reducing number of features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Regression: Linear model for binary/multi-class classification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Trees: Tree-like model for non-linear relationships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Ensemble of decision trees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Machines (SVM): Finding optimal decision boundary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Bayes: Probabilistic classifier based on Bayes' theorem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(KNN): Instance-based learning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Regression: Predicting continuous values with linear relationships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Regression: L2 regularization to prevent overfitting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Regression: L1 regularization for feature selection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Regression: Capturing non-linear relationships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Regression (SVR): Non-linear 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Regression: Ensemble method for regression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Iris Dataset Classification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150 samples of iris flowers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Sepal length/width, Petal length/width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 species (Setosa, Versicolor, Virginica)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Classify iris species based on measurements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Logistic Regression (simple &amp; interpretable)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Typical accuracy ~95%+ on test set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datasets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datasets.load_iris()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train_test_split(iris.data, iris.target)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print(model.score(X_test, y_test))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K-Means: Partition data into k clusters by minimizing within-cluster distance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Clustering: Build tree of clusters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DBSCAN: Density-based clustering for arbitrary shapes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Mixture Models (GMM): Probabilistic clustering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Clustering: Uses eigenvalues for dimensionality reduction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when: Data labels are unknown, exploratory analysis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(Principal Component Analysis): Linear transformation reducing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t-SNE: Non-linear, excellent for visualization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t-UMAP: Faster than t-SNE, better global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Selection: Selecting most important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Visualization, noise reduction, computation speed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Reduced dimensionality vs. information loss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Handwritten Digits Clustering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1,797 samples of handwritten digits (0-9)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8×8 pixel images (64 dimensions)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Cluster similar digits without labels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K-Means with k=10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Fit model → Predict cluster labels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 Anomaly detection, data segmentation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load_digits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 = load_digits()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 = KMeans(n_clusters=10)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kmeans.fit(digits.data)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kmeans.predict(digits.data)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Accuracy: Proportion of correct predictions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Precision/Recall: Trade-off between false positives/negatives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F1-Score: Harmonic mean of precision and recall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Confusion Matrix: Shows true/false positives and negatives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ROC-AUC: Area under receiver operating characteristic curve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 &amp; Cross-Validation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Split: Simple division (e.g., 80/20)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Cross-Validation: Divide data into k folds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K-Fold: Preserves class distribution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CV: Maximum training data but computationally expensive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Split: Respects temporal 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use cross-validation for robust evaluation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Preprocessing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Scaling: Normalize features to similar ranges (StandardScaler, MinMaxScaler)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Encoding: Convert categorical to numerical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Selection: Remove irrelevant or redundant features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Creation: Combine existing features to create new 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Missing Values: Imputation strategies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Importance: Preprocessing often crucial for model performance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Pipelines &amp;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Chain preprocessing + model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Prevents data leakage, simplifies code, easier deployment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GridSearchCV: Systematic hyperparameter tuning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RandomizedSearchCV: Efficient search over parameter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Always: Separate train/test data before any processing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Document model decisions and performance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Wine Quality Classification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178 samples of wines with 13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Alcohol, acidity, phenols, color intensity, etc.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Wine cultivars (3 classes)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Build complete pipeline with scaling + classification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Random Forest for non-linear relationships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5-Fold Cross-Validation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Pipeline([("scaler", StandardScaler()),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("clf", RandomForestClassifier())])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cross_val_score(pipeline, X, y, cv=5)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print(f"Accuracy: {scores.mean():.3f}")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GridSearchCV: Exhaustive search over specified parameter values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all combinations using cross-validation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best model and corresponding parameters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intensive but thorough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RandomizedSearchCV: Samples random combinations (faster)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between computational cost and exploration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&amp; How to Avoid Them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Overfitting: Use regularization, cross-validation, simpler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Underfitting: Use complex models, add features, reduce regularization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Leakage: Always split data before preprocessing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Classes: Use stratified split, class weights, resampling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Scaling: Scale before splitting (in pipeline)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Metric: Choose metric matching business objective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 &amp;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Methods: Combine multiple models (Voting, Stacking)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Learning: SMOTE, class weights, threshold tuning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Calibration: Adjust probability estimates for reliability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Interpretation: SHAP, LIME for understanding predictions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Deploy with Flask/FastAPI, containerize with Docker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Learning: Use TensorFlow/PyTorch for neural networks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Scikit-Learn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solidFill>
            <a:srgbClr val="F3F4F6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80160"/>
            <a:ext cx="6766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&amp; Explore Data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Preprocess &amp; Feature Engineering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Split Data (Train/Test)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Select &amp; Train Model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Evaluate &amp; Validate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Hyperparameter Tuning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Final Evaluation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Deploy &amp; Monitor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Resources: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scikit-learn.org (Documentation)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GitHub: scikit-learn/scikit-learn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Community: Stack Overflow, GitHub Issues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2026-07-29T05:38:57Z</dcterms:created>
  <dcterms:modified xsi:type="dcterms:W3CDTF">2026-07-29T05:38:57Z</dcterms:modified>
</cp:coreProperties>
</file>